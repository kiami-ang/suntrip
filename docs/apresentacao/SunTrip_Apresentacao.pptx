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3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ACC15"/>
                </a:solidFill>
              </a:defRPr>
            </a:pPr>
            <a:r>
              <a:rPr dirty="0" err="1"/>
              <a:t>SunTrip</a:t>
            </a: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F1F5F9"/>
                </a:solidFill>
              </a:defRPr>
            </a:pPr>
            <a:r>
              <a:rPr dirty="0" err="1"/>
              <a:t>Pagamentos</a:t>
            </a:r>
            <a:r>
              <a:rPr dirty="0"/>
              <a:t> </a:t>
            </a:r>
            <a:r>
              <a:rPr dirty="0" err="1"/>
              <a:t>digitais</a:t>
            </a:r>
            <a:r>
              <a:rPr dirty="0"/>
              <a:t> para </a:t>
            </a:r>
            <a:r>
              <a:rPr dirty="0" err="1"/>
              <a:t>transporte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Angola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</a:defRPr>
            </a:pPr>
            <a:r>
              <a:rPr dirty="0"/>
              <a:t>Fintech · </a:t>
            </a:r>
            <a:r>
              <a:rPr dirty="0" err="1"/>
              <a:t>Carteira</a:t>
            </a:r>
            <a:r>
              <a:rPr dirty="0"/>
              <a:t> · QR Code · Kwanza (</a:t>
            </a:r>
            <a:r>
              <a:rPr dirty="0" err="1"/>
              <a:t>Kz</a:t>
            </a:r>
            <a:r>
              <a:rPr dirty="0"/>
              <a:t>)</a:t>
            </a:r>
          </a:p>
          <a:p>
            <a:pPr>
              <a:spcBef>
                <a:spcPts val="3600"/>
              </a:spcBef>
              <a:defRPr sz="1400">
                <a:solidFill>
                  <a:srgbClr val="0EA5E9"/>
                </a:solidFill>
              </a:defRPr>
            </a:pPr>
            <a:r>
              <a:rPr dirty="0" err="1"/>
              <a:t>Apresentação</a:t>
            </a:r>
            <a:r>
              <a:rPr dirty="0"/>
              <a:t> do </a:t>
            </a:r>
            <a:r>
              <a:rPr dirty="0" err="1"/>
              <a:t>projecto</a:t>
            </a:r>
            <a:r>
              <a:rPr dirty="0"/>
              <a:t> ·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Introdução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O que é o SunTrip?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Plataforma web de pagamentos digitais para táxis e transporte urbano.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Permite pagar corridas, gerir carteira e receber via QR Code — tudo em Kwanza (Kz).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Dois perfis: Cliente (passageiro) e Motorista (taxista).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Objectivo: modernizar pagamentos no transporte angolano de forma segura e simples.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Importância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Por que este projecto importa?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Reduz dependência de dinheiro físico nas corridas.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Registo digital com validação (email, telefone angolano, dados bancários).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Histórico transparente: data, hora, valor, estado e motorista/cliente.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Adaptado à realidade local: domínios de email comuns, telefone com 9 dígitos.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Base para escalar pagamentos digitais no sector do transporte.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Funcionalidades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Autenticação: registo Cliente/Motorista, login, logout (JWT).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Carteira virtual: adicionar saldo, transferir, consultar saldo.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QR Code: motorista gera QR · cliente paga com a carteira.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Transferência bancária (IBAN / conta).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Histórico com filtros (hoje, semana, mês) e estados: Pago, Pendente, Cancelado.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Dashboards separados + painel administrativo.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33103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Ecrã de login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Acesso seguro com email validado</a:t>
            </a:r>
          </a:p>
        </p:txBody>
      </p:sp>
      <p:pic>
        <p:nvPicPr>
          <p:cNvPr id="3" name="Picture 2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2" y="1430383"/>
            <a:ext cx="8352064" cy="4603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Escolha do tipo de conta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Cliente ou Taxista / Motorista</a:t>
            </a:r>
          </a:p>
        </p:txBody>
      </p:sp>
      <p:pic>
        <p:nvPicPr>
          <p:cNvPr id="3" name="Picture 2" descr="02-registo-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67147"/>
            <a:ext cx="7680960" cy="4545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Registo de Cliente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Nome, telefone, email, conta bancária</a:t>
            </a:r>
          </a:p>
        </p:txBody>
      </p:sp>
      <p:pic>
        <p:nvPicPr>
          <p:cNvPr id="3" name="Picture 2" descr="03-registo-cl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4590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Registo de Motorista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Carta, matrícula, documento de identificação</a:t>
            </a:r>
          </a:p>
        </p:txBody>
      </p:sp>
      <p:pic>
        <p:nvPicPr>
          <p:cNvPr id="3" name="Picture 2" descr="04-registo-motor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5494"/>
            <a:ext cx="7680960" cy="4598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Dashboard do Motorista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Saldo, QR Code, últimos pagamentos recebidos</a:t>
            </a:r>
          </a:p>
        </p:txBody>
      </p:sp>
      <p:pic>
        <p:nvPicPr>
          <p:cNvPr id="3" name="Picture 2" descr="05-dashboard-motor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24298"/>
            <a:ext cx="7680960" cy="40730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Tecnologias e linguagens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Frontend: JavaScript · React · Next.js 14 · Tailwind CSS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Backend: JavaScript · Node.js · Express.js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Base de dados: MongoDB · Mongoose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Segurança: JWT · bcrypt (palavras-passe)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Tempo real: Socket.io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Arquitectura: API REST (porta 5000) + Web App (porta 3000)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Desenvolvimento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Como foi construído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Estrutura em monorepo: client/ (interface) + server/ (API).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Validações no frontend e backend (email, telefone 9XXXXXXXX).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Contas começam com saldo 0 Kz — dinheiro só entra pela app.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Testes em PC e telemóvel na mesma rede Wi‑Fi.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Scripts de arranque: INICIAR-SUNTRIP.bat · seed de contas demo.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O SunTrip demonstra uma solução completa de fintech para transporte em Angola.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Interface moderna, responsiva e pensada para clientes e motoristas.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Projecto funcional: registo, carteira, QR, histórico e dashboards.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Próximos passos possíveis: app móvel nativa, notificações, integração bancária real.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Demo: cliente@gmail.com / motorista@gmail.com · palavra-passe: demo123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Obrigado pela atenção!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453</Words>
  <Application>Microsoft Office PowerPoint</Application>
  <PresentationFormat>Apresentação na tela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FARIA DIOGO</cp:lastModifiedBy>
  <cp:revision>3</cp:revision>
  <dcterms:created xsi:type="dcterms:W3CDTF">2013-01-27T09:14:16Z</dcterms:created>
  <dcterms:modified xsi:type="dcterms:W3CDTF">2026-06-01T09:29:41Z</dcterms:modified>
  <cp:category/>
</cp:coreProperties>
</file>